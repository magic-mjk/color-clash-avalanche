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fb1274b10462c" /><Relationship Type="http://schemas.openxmlformats.org/officeDocument/2006/relationships/extended-properties" Target="/docProps/app.xml" Id="Raa848f201fac4ae5" /><Relationship Type="http://schemas.openxmlformats.org/officeDocument/2006/relationships/officeDocument" Target="/ppt/presentation.xml" Id="R7cfa26a4167c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ac49c1ed294f3b"/>
  </p:sldMasterIdLst>
  <p:notesMasterIdLst>
    <p:notesMasterId xmlns:r="http://schemas.openxmlformats.org/officeDocument/2006/relationships" r:id="Re966cc8e9f2a42bc"/>
  </p:notesMasterIdLst>
  <p:sldIdLst>
    <p:sldId xmlns:r="http://schemas.openxmlformats.org/officeDocument/2006/relationships" id="256" r:id="Rdd221cf749304b4c"/>
    <p:sldId xmlns:r="http://schemas.openxmlformats.org/officeDocument/2006/relationships" id="257" r:id="R85e1123337224413"/>
    <p:sldId xmlns:r="http://schemas.openxmlformats.org/officeDocument/2006/relationships" id="258" r:id="Rf1052fe9d97544b0"/>
    <p:sldId xmlns:r="http://schemas.openxmlformats.org/officeDocument/2006/relationships" id="259" r:id="R4f006224d1754b2a"/>
    <p:sldId xmlns:r="http://schemas.openxmlformats.org/officeDocument/2006/relationships" id="260" r:id="Rc8988f1830154e71"/>
    <p:sldId xmlns:r="http://schemas.openxmlformats.org/officeDocument/2006/relationships" id="261" r:id="R777e1f5e2b7c4966"/>
    <p:sldId xmlns:r="http://schemas.openxmlformats.org/officeDocument/2006/relationships" id="262" r:id="R34a44a77080f49cf"/>
    <p:sldId xmlns:r="http://schemas.openxmlformats.org/officeDocument/2006/relationships" id="263" r:id="R83d01e960b5b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bd0eb8fb741ef" /><Relationship Type="http://schemas.openxmlformats.org/officeDocument/2006/relationships/slideMaster" Target="/ppt/slideMasters/slideMaster1.xml" Id="R9fac49c1ed294f3b" /><Relationship Type="http://schemas.openxmlformats.org/officeDocument/2006/relationships/notesMaster" Target="/ppt/notesMasters/notesMaster1.xml" Id="Re966cc8e9f2a42bc" /><Relationship Type="http://schemas.openxmlformats.org/officeDocument/2006/relationships/presProps" Target="/ppt/presProps.xml" Id="R42dd1606e0d24184" /><Relationship Type="http://schemas.openxmlformats.org/officeDocument/2006/relationships/tableStyles" Target="/ppt/tableStyles.xml" Id="Rc762da122692423c" /><Relationship Type="http://schemas.openxmlformats.org/officeDocument/2006/relationships/slide" Target="/ppt/slides/slide1.xml" Id="Rdd221cf749304b4c" /><Relationship Type="http://schemas.openxmlformats.org/officeDocument/2006/relationships/slide" Target="/ppt/slides/slide2.xml" Id="R85e1123337224413" /><Relationship Type="http://schemas.openxmlformats.org/officeDocument/2006/relationships/slide" Target="/ppt/slides/slide3.xml" Id="Rf1052fe9d97544b0" /><Relationship Type="http://schemas.openxmlformats.org/officeDocument/2006/relationships/slide" Target="/ppt/slides/slide4.xml" Id="R4f006224d1754b2a" /><Relationship Type="http://schemas.openxmlformats.org/officeDocument/2006/relationships/slide" Target="/ppt/slides/slide5.xml" Id="Rc8988f1830154e71" /><Relationship Type="http://schemas.openxmlformats.org/officeDocument/2006/relationships/slide" Target="/ppt/slides/slide6.xml" Id="R777e1f5e2b7c4966" /><Relationship Type="http://schemas.openxmlformats.org/officeDocument/2006/relationships/slide" Target="/ppt/slides/slide7.xml" Id="R34a44a77080f49cf" /><Relationship Type="http://schemas.openxmlformats.org/officeDocument/2006/relationships/slide" Target="/ppt/slides/slide8.xml" Id="R83d01e960b5b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59b72d252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9079c6421440a" /><Relationship Type="http://schemas.openxmlformats.org/officeDocument/2006/relationships/notesMaster" Target="/ppt/notesMasters/notesMaster1.xml" Id="R21642f86d8984e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e48a0db8564b7b" /><Relationship Type="http://schemas.openxmlformats.org/officeDocument/2006/relationships/notesMaster" Target="/ppt/notesMasters/notesMaster1.xml" Id="R3b5187c9b404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bd3a09fa144a3" /><Relationship Type="http://schemas.openxmlformats.org/officeDocument/2006/relationships/notesMaster" Target="/ppt/notesMasters/notesMaster1.xml" Id="R166170989d3f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4c06cf4a9479f" /><Relationship Type="http://schemas.openxmlformats.org/officeDocument/2006/relationships/notesMaster" Target="/ppt/notesMasters/notesMaster1.xml" Id="R38db19fb0cc048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335cc70b04ca6" /><Relationship Type="http://schemas.openxmlformats.org/officeDocument/2006/relationships/notesMaster" Target="/ppt/notesMasters/notesMaster1.xml" Id="Rc8251c3aafd248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9f384ae2de4978" /><Relationship Type="http://schemas.openxmlformats.org/officeDocument/2006/relationships/notesMaster" Target="/ppt/notesMasters/notesMaster1.xml" Id="Rcc6958bb56eb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e2d6b262714ed0" /><Relationship Type="http://schemas.openxmlformats.org/officeDocument/2006/relationships/notesMaster" Target="/ppt/notesMasters/notesMaster1.xml" Id="R582cc8476959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81d28fbe74f53" /><Relationship Type="http://schemas.openxmlformats.org/officeDocument/2006/relationships/notesMaster" Target="/ppt/notesMasters/notesMaster1.xml" Id="R6d8eb1f138eb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Fuji 合约：https://testnet.snowtrace.io/address/0x9B73a197d10aD99d5f6135970B6E27C1b45701BF</a:t>
            </a:r>
          </a:p>
          <a:p xmlns:a="http://schemas.openxmlformats.org/drawingml/2006/main">
            <a:r>
              <a:t>四人比赛赛果：https://testnet.snowtrace.io/tx/0x20ed43cfa4d8ae0f5da77c03596173e05795c6b55a0be8d1f90b0e41b582db95</a:t>
            </a:r>
          </a:p>
          <a:p xmlns:a="http://schemas.openxmlformats.org/drawingml/2006/main">
            <a:r>
              <a:t>具体规则与限制见项目 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24cb66d7743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206656fd7f4455" /><Relationship Type="http://schemas.openxmlformats.org/officeDocument/2006/relationships/slideLayout" Target="/ppt/slideLayouts/slideLayout1.xml" Id="R66c15380531940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15380531940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d1aac200e45a3" /><Relationship Type="http://schemas.openxmlformats.org/officeDocument/2006/relationships/image" Target="/ppt/media/image.png" Id="R6be6bad524074064" /><Relationship Type="http://schemas.openxmlformats.org/officeDocument/2006/relationships/notesSlide" Target="/ppt/notesSlides/notesSlide1.xml" Id="Re87a418bd01040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7e6089f04b62" /><Relationship Type="http://schemas.openxmlformats.org/officeDocument/2006/relationships/image" Target="/ppt/media/image.jpeg" Id="Rece6aad5edaa42a5" /><Relationship Type="http://schemas.openxmlformats.org/officeDocument/2006/relationships/notesSlide" Target="/ppt/notesSlides/notesSlide2.xml" Id="Rba08ac9d23d3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1ef2acde49f1" /><Relationship Type="http://schemas.openxmlformats.org/officeDocument/2006/relationships/image" Target="/ppt/media/image2.jpeg" Id="Rb3b33f185afd474f" /><Relationship Type="http://schemas.openxmlformats.org/officeDocument/2006/relationships/notesSlide" Target="/ppt/notesSlides/notesSlide3.xml" Id="R75360dd5b15e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e4f2bc2e84728" /><Relationship Type="http://schemas.openxmlformats.org/officeDocument/2006/relationships/image" Target="/ppt/media/image2.png" Id="R31af8d95ca8d4924" /><Relationship Type="http://schemas.openxmlformats.org/officeDocument/2006/relationships/notesSlide" Target="/ppt/notesSlides/notesSlide4.xml" Id="R1d0f257f3a38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4e54066a84dba" /><Relationship Type="http://schemas.openxmlformats.org/officeDocument/2006/relationships/image" Target="/ppt/media/image3.png" Id="R65f9f292891b4ce2" /><Relationship Type="http://schemas.openxmlformats.org/officeDocument/2006/relationships/notesSlide" Target="/ppt/notesSlides/notesSlide5.xml" Id="R18865a2a04a1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e44b63f24852" /><Relationship Type="http://schemas.openxmlformats.org/officeDocument/2006/relationships/image" Target="/ppt/media/image4.png" Id="R6fbe99a58e8c4ad0" /><Relationship Type="http://schemas.openxmlformats.org/officeDocument/2006/relationships/notesSlide" Target="/ppt/notesSlides/notesSlide6.xml" Id="Rf7752d30a0984d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cbea37e3e4852" /><Relationship Type="http://schemas.openxmlformats.org/officeDocument/2006/relationships/image" Target="/ppt/media/image3.jpeg" Id="R229b0dad7c314a62" /><Relationship Type="http://schemas.openxmlformats.org/officeDocument/2006/relationships/image" Target="/ppt/media/image4.jpeg" Id="R5db4293d8e5e4075" /><Relationship Type="http://schemas.openxmlformats.org/officeDocument/2006/relationships/notesSlide" Target="/ppt/notesSlides/notesSlide7.xml" Id="Rea8ecc95068f46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e6d6ac04f4e17" /><Relationship Type="http://schemas.openxmlformats.org/officeDocument/2006/relationships/image" Target="/ppt/media/image5.png" Id="R80452383f0f249a9" /><Relationship Type="http://schemas.openxmlformats.org/officeDocument/2006/relationships/notesSlide" Target="/ppt/notesSlides/notesSlide8.xml" Id="R0b3553a3b1f346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6bad524074064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7E9D8-9373-45AE-89A2-D41BAD0F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65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rPr>
              <a:t>COLOR CLASH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F9AAE-D6AA-4C08-A2A7-60BE1C7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酒馆里的四人卡牌对战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6B6DE-CD18-45B2-8AAF-147870F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角色装扮、在线对局、战绩记录</a:t>
            </a:r>
          </a:p>
          <a:p xmlns:a="http://schemas.openxmlformats.org/drawingml/2006/main">
            <a:pPr>
              <a:def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Avalanche Fuji 保存排位赛赛果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4F86F-3901-4DD2-AC75-9FCED79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可试玩原型  ·  Fuji 测试网</a:t>
            </a:r>
          </a:p>
        </p:txBody>
      </p:sp>
    </p:spTree>
    <p:extLst>
      <p:ext uri="{BB962C8B-B14F-4D97-AF65-F5344CB8AC3E}">
        <p14:creationId xmlns:p14="http://schemas.microsoft.com/office/powerpoint/2010/main" val="709762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78274-FE82-4637-98A9-AF8AD52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01  玩家入口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E5C99-5104-42E7-AA54-8D72ED3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从首页进入一场对局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6aad5edaa42a5"/>
          <a:stretch xmlns:a="http://schemas.openxmlformats.org/drawingml/2006/main"/>
        </p:blipFill>
        <p:spPr>
          <a:xfrm xmlns:a="http://schemas.openxmlformats.org/drawingml/2006/main">
            <a:off x="523875" y="1789530"/>
            <a:ext cx="7429500" cy="388853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A44FC-FE3E-42B4-BE7C-AC3A6921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01  设计角色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F41E-0199-47FC-9FEE-0453B07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85975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选择像素英雄并保存。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9FF8-C1DF-4B6F-8642-09E5337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02  选择玩法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FB06-5EBB-425E-90BB-F8525768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单人练习、四人快速匹配，</a:t>
            </a:r>
          </a:p>
          <a:p xmlns:a="http://schemas.openxmlformats.org/drawingml/2006/main">
            <a:pPr>
              <a:def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或输入房间号和朋友同桌。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3D352-D1DE-4D23-80DC-7C03FEC4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03  进入牌桌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DF0CE-AAF4-4A12-8A49-7902447F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91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起手 7 张牌，先出完者获胜。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28529-168E-4EC2-ADAE-95B88BE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02</a:t>
            </a:r>
          </a:p>
        </p:txBody>
      </p:sp>
    </p:spTree>
    <p:extLst>
      <p:ext uri="{BB962C8B-B14F-4D97-AF65-F5344CB8AC3E}">
        <p14:creationId xmlns:p14="http://schemas.microsoft.com/office/powerpoint/2010/main" val="374855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FD285-0529-40FF-9295-9445B41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02  牌桌实拍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8788-D3F7-46C2-A670-FACA31A2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轮次、方向和倒计时一眼可见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33f185afd474f"/>
          <a:stretch xmlns:a="http://schemas.openxmlformats.org/drawingml/2006/main"/>
        </p:blipFill>
        <p:spPr>
          <a:xfrm xmlns:a="http://schemas.openxmlformats.org/drawingml/2006/main">
            <a:off x="1500853" y="1285875"/>
            <a:ext cx="9190295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54FFA-E88F-47D6-8524-3A5D0A0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上方：当前玩家、顺逆时针方向、剩余秒数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E4EE2-D5D5-44B0-BB92-66E4407E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19800"/>
            <a:ext cx="550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中间：摸牌堆与参照牌   下方：自己的手牌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33DB7-BEBA-4F24-AF5F-BC7C52C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03</a:t>
            </a:r>
          </a:p>
        </p:txBody>
      </p:sp>
    </p:spTree>
    <p:extLst>
      <p:ext uri="{BB962C8B-B14F-4D97-AF65-F5344CB8AC3E}">
        <p14:creationId xmlns:p14="http://schemas.microsoft.com/office/powerpoint/2010/main" val="128810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4A1E9-F2D6-41B0-A425-CF55052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03  基础玩法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878F1-87DC-4919-A050-BF6D9334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一张牌怎样打出去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0250A-26AC-43F8-B8C0-66CCF72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7350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108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B3CEC-AC2A-4570-8797-F38EFD1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张标准牌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D48F6-F9F3-414B-B75F-8C4308E8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红、黄、蓝、绿四种颜色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AEFE1-D300-45C9-B711-D43D3045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与桌面牌颜色、数字或图案相同，即可出牌。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BF2D3-5584-4816-9EF6-192C15C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万能牌可变色。每回合只出 1 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7B6F2-19F9-494D-A579-9E735113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摸到可出的牌，只能打出这张新牌，或保留并结束回合。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f8d95ca8d4924"/>
          <a:stretch xmlns:a="http://schemas.openxmlformats.org/drawingml/2006/main"/>
        </p:blipFill>
        <p:spPr>
          <a:xfrm xmlns:a="http://schemas.openxmlformats.org/drawingml/2006/main">
            <a:off x="8215313" y="1381125"/>
            <a:ext cx="266700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EF904-725B-4B09-B0CD-EC9D62C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04</a:t>
            </a:r>
          </a:p>
        </p:txBody>
      </p:sp>
    </p:spTree>
    <p:extLst>
      <p:ext uri="{BB962C8B-B14F-4D97-AF65-F5344CB8AC3E}">
        <p14:creationId xmlns:p14="http://schemas.microsoft.com/office/powerpoint/2010/main" val="2034543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0BD45-6581-429A-B6B5-BAFECA7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04  对局转折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AF9D9-7B51-426E-B8A5-298D5A89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功能牌、万能牌与 UNO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6F538-CFF3-4F45-B632-99CA30C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跳过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E5936-78DC-4C4A-A018-AEDB0016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下家本轮不能出牌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349A6-3B32-4B63-8546-CCD88BB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反转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8991C-EAAF-4033-833A-D6F47F4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出牌方向反向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DB9BA-1BA0-4205-BAEC-7D15DCB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+2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80C08-0960-4A33-BE35-0CB8DC5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990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下家摸 2 张并跳过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5044E-FE04-4D0E-92C8-ABAF62D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变色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3D98B-6D4F-4649-982D-2700C95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0047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指定下一张牌的颜色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C8A57-ED4D-489D-867A-DFDE6235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+4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148F5-B7B2-40D8-8B71-C275C81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910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指定颜色，下家摸 4 张；可质疑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9f292891b4ce2"/>
          <a:stretch xmlns:a="http://schemas.openxmlformats.org/drawingml/2006/main"/>
        </p:blipFill>
        <p:spPr>
          <a:xfrm xmlns:a="http://schemas.openxmlformats.org/drawingml/2006/main">
            <a:off x="9001125" y="1524000"/>
            <a:ext cx="2476500" cy="3714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C4498-27C1-4FA3-A6DC-E81CAD1E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8D5E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8D5E3"/>
                </a:solidFill>
                <a:latin typeface="PingFang SC"/>
                <a:ea typeface="PingFang SC"/>
                <a:cs typeface="PingFang SC"/>
              </a:rPr>
              <a:t>剩 1 张牌要喊 UNO。漏喊被发现，罚摸 2 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27267-3DE7-43F6-8D0E-7169D6E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本版不叠加 +2 / +4；+4 支持质疑。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D0524-12D8-4073-9FBB-DD9CA563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05</a:t>
            </a:r>
          </a:p>
        </p:txBody>
      </p:sp>
    </p:spTree>
    <p:extLst>
      <p:ext uri="{BB962C8B-B14F-4D97-AF65-F5344CB8AC3E}">
        <p14:creationId xmlns:p14="http://schemas.microsoft.com/office/powerpoint/2010/main" val="1718619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129B0-CA15-4740-94BF-07DEA0D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05  一局结束后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6034C-6646-40D2-9E9F-D0769C9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胜负、积分和战绩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53D97-AD8E-4F1D-B1BD-A72E6C08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804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C857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FC857"/>
                </a:solidFill>
                <a:latin typeface="STHeiti"/>
                <a:ea typeface="STHeiti"/>
                <a:cs typeface="STHeiti"/>
              </a:rPr>
              <a:t>先出完手牌的人赢得本局。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D4956-3D6B-4081-8CCD-5F2B73F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其他玩家按剩余手牌扣分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076B2-ACB3-4D91-838B-8051FD1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数字牌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481D-569A-47CC-95EC-FC55F1B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2714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rPr>
              <a:t>0–9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E697D-65D1-497D-B8C6-03969A9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功能牌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6F990-EF77-4DD4-A74B-7C09476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71900"/>
            <a:ext cx="2714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49906-14D7-4532-804D-23CF8DF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万能牌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20CD8-98D4-4126-9124-1EEDD4C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57725"/>
            <a:ext cx="2714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800" b="1">
                <a:solidFill>
                  <a:srgbClr val="FFF0D4"/>
                </a:solidFill>
                <a:latin typeface="Avenir Next Condensed"/>
                <a:ea typeface="Avenir Next Condensed"/>
                <a:cs typeface="Avenir Next Condensed"/>
              </a:rPr>
              <a:t>50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e99a58e8c4ad0"/>
          <a:stretch xmlns:a="http://schemas.openxmlformats.org/drawingml/2006/main"/>
        </p:blipFill>
        <p:spPr>
          <a:xfrm xmlns:a="http://schemas.openxmlformats.org/drawingml/2006/main">
            <a:off x="8285163" y="1638300"/>
            <a:ext cx="2527300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48AE5-F545-4A48-9C78-6CC4862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比赛记录、跨设备钱包战绩与排位榜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C8886-B1DC-495C-90E8-132F0798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06</a:t>
            </a:r>
          </a:p>
        </p:txBody>
      </p:sp>
    </p:spTree>
    <p:extLst>
      <p:ext uri="{BB962C8B-B14F-4D97-AF65-F5344CB8AC3E}">
        <p14:creationId xmlns:p14="http://schemas.microsoft.com/office/powerpoint/2010/main" val="1094786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7D710-2E32-4A9C-8FF6-D27BF076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06  个性化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9ABC9-62F2-4918-BF19-13F27FDB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自己捏角色，收集卡背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b0dad7c314a62"/>
          <a:srcRect xmlns:a="http://schemas.openxmlformats.org/drawingml/2006/main" l="14749" t="0" r="147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1381125"/>
            <a:ext cx="5619750" cy="41719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4293d8e5e4075"/>
          <a:srcRect xmlns:a="http://schemas.openxmlformats.org/drawingml/2006/main" l="14749" t="0" r="147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381125"/>
            <a:ext cx="561975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A1D61-7431-4804-A31D-45E5F272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5514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左：像素角色编辑，可随机生成并保存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96EF7-3942-45BE-BFC5-CD398BCC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24525"/>
            <a:ext cx="5448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右：卡背与角色服装，只改变外观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232BF-9DF8-4F39-A02C-F271953E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07</a:t>
            </a:r>
          </a:p>
        </p:txBody>
      </p:sp>
    </p:spTree>
    <p:extLst>
      <p:ext uri="{BB962C8B-B14F-4D97-AF65-F5344CB8AC3E}">
        <p14:creationId xmlns:p14="http://schemas.microsoft.com/office/powerpoint/2010/main" val="1580208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9337C-EF78-4262-AEBE-6BEF3259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C857"/>
                </a:solidFill>
                <a:latin typeface="Avenir Next Condensed"/>
                <a:ea typeface="Avenir Next Condensed"/>
                <a:cs typeface="Avenir Next Condensed"/>
              </a:rPr>
              <a:t>07  链上部分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0585D-9CF4-459F-AD2A-676B999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0D4"/>
                </a:solidFill>
                <a:latin typeface="STHeiti"/>
                <a:ea typeface="STHeiti"/>
                <a:cs typeface="STHeiti"/>
              </a:defRPr>
            </a:pPr>
            <a:r>
              <a:rPr sz="2925" b="1">
                <a:solidFill>
                  <a:srgbClr val="FFF0D4"/>
                </a:solidFill>
                <a:latin typeface="STHeiti"/>
                <a:ea typeface="STHeiti"/>
                <a:cs typeface="STHeiti"/>
              </a:rPr>
              <a:t>四人排位赛赛果已写入 Fuji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52383f0f249a9"/>
          <a:stretch xmlns:a="http://schemas.openxmlformats.org/drawingml/2006/main"/>
        </p:blipFill>
        <p:spPr>
          <a:xfrm xmlns:a="http://schemas.openxmlformats.org/drawingml/2006/main">
            <a:off x="857250" y="1628775"/>
            <a:ext cx="26670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1EBCC-340F-4F03-AB64-648CD2E7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681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钱包签名关联玩家地址；签名本身不消耗 AVAX。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2FF5-3A37-45A2-B8E6-DE6AC83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681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四人快速匹配结束后，服务器用专用钱包提交比赛编号、赢家和参与钱包。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F213-2529-4D99-BBEC-1259066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48125"/>
            <a:ext cx="681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已验证 1 场真实对局：1 胜、3 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627B7-6F98-41F9-B3F4-B4CFB372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33950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Fuji 合约  0x9B73…01BF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539F8-D420-49EA-9129-B2912931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0D4"/>
                </a:solidFill>
                <a:latin typeface="PingFang SC"/>
                <a:ea typeface="PingFang SC"/>
                <a:cs typeface="PingFang SC"/>
              </a:rPr>
              <a:t>交易  0x20ed43cf…82db95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CD14B-3729-46A8-927D-93394C15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发牌和规则仍由游戏服务器负责；链上只公开赛果。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C99BD-A47F-48DE-9CA2-F1F0F6C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8C4AC"/>
                </a:solidFill>
                <a:latin typeface="PingFang SC"/>
                <a:ea typeface="PingFang SC"/>
                <a:cs typeface="PingFang SC"/>
              </a:rPr>
              <a:t>COLOR CLASH  /  08</a:t>
            </a:r>
          </a:p>
        </p:txBody>
      </p:sp>
    </p:spTree>
    <p:extLst>
      <p:ext uri="{BB962C8B-B14F-4D97-AF65-F5344CB8AC3E}">
        <p14:creationId xmlns:p14="http://schemas.microsoft.com/office/powerpoint/2010/main" val="1477959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2026-10-06T15:41:48.8420000Z</dcterms:created>
  <dcterms:modified xsi:type="dcterms:W3CDTF">2026-10-06T15:41:48.8420000Z</dcterms:modified>
</coreProperties>
</file>